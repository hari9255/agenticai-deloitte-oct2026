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64b6d57-3b33-3456-f95f-41838dddca8d}">
          <p14:sldIdLst>
            <p14:sldId id="256"/>
          </p14:sldIdLst>
        </p14:section>
        <p14:section name="Overview" id="{2b3199ce-e5d2-d611-0f0e-ea7dd7a3b21c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reate_agent vs create_deep_agent" id="{f7df7122-7dda-fe97-2b09-b8419fcdd8e9}">
          <p14:sldIdLst>
            <p14:sldId id="263"/>
            <p14:sldId id="264"/>
            <p14:sldId id="265"/>
          </p14:sldIdLst>
        </p14:section>
        <p14:section name="Setup" id="{b75cad8c-94f3-5294-e469-76d77af4ee37}">
          <p14:sldIdLst>
            <p14:sldId id="266"/>
            <p14:sldId id="267"/>
          </p14:sldIdLst>
        </p14:section>
        <p14:section name="Build" id="{11bd4698-30cd-f392-10a0-d407c2a89618}">
          <p14:sldIdLst>
            <p14:sldId id="268"/>
            <p14:sldId id="269"/>
            <p14:sldId id="270"/>
          </p14:sldIdLst>
        </p14:section>
        <p14:section name="Run" id="{0ca1bb27-94ae-5bb4-2016-de6e708d024b}">
          <p14:sldIdLst>
            <p14:sldId id="271"/>
            <p14:sldId id="272"/>
          </p14:sldIdLst>
        </p14:section>
        <p14:section name="Next steps" id="{9aed6ac6-fdad-0954-c595-20899f38892d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Deep Agents quickstart: install, configure, build and run a research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Deep Agents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Overview, create_agent comparison and quickstart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Sources: docs.langchain.com/oss/python/deepagents (overview, quickstart) · langchain/agents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Deep Agents: an agent harness on LangChain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standalone library that wraps the standard tool-calling loop with batteries included: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Filesystem for context management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Subagent spawning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Long-term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on LangGraph: durable execution, streaming, human-in-the-loop</a:t>
            </a:r>
            <a:endParaRPr lang="en-US" sz="1500" dirty="0"/>
          </a:p>
        </p:txBody>
      </p:sp>
      <p:sp>
        <p:nvSpPr>
          <p:cNvPr id="4" name="layer-0"/>
          <p:cNvSpPr/>
          <p:nvPr/>
        </p:nvSpPr>
        <p:spPr>
          <a:xfrm>
            <a:off x="4846320" y="118872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deepagents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create_deep_agent · planning · files · subagents · memory</a:t>
            </a:r>
            <a:endParaRPr lang="en-US" sz="1200" dirty="0"/>
          </a:p>
        </p:txBody>
      </p:sp>
      <p:sp>
        <p:nvSpPr>
          <p:cNvPr id="7" name="layer-1"/>
          <p:cNvSpPr/>
          <p:nvPr/>
        </p:nvSpPr>
        <p:spPr>
          <a:xfrm>
            <a:off x="4846320" y="224028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LangChain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Agent building blocks · create_agent · middleware · tools</a:t>
            </a:r>
            <a:endParaRPr lang="en-US" sz="1200" dirty="0"/>
          </a:p>
        </p:txBody>
      </p:sp>
      <p:sp>
        <p:nvSpPr>
          <p:cNvPr id="10" name="layer-2"/>
          <p:cNvSpPr/>
          <p:nvPr/>
        </p:nvSpPr>
        <p:spPr>
          <a:xfrm>
            <a:off x="4846320" y="329184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LangGraph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Runtime · checkpoints · streaming · interrupts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When to reach for a deep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51176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" name="step-badge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Complex, multi-step task automation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4408" y="1234440"/>
            <a:ext cx="2551176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8" name="step-badge"/>
          <p:cNvSpPr/>
          <p:nvPr/>
        </p:nvSpPr>
        <p:spPr>
          <a:xfrm>
            <a:off x="3447288" y="1417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File system interaction and context management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71616" y="1234440"/>
            <a:ext cx="2551176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step-badge"/>
          <p:cNvSpPr/>
          <p:nvPr/>
        </p:nvSpPr>
        <p:spPr>
          <a:xfrm>
            <a:off x="6254496" y="1417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5449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Parallel task delegation through subagents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551176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6" name="step-badge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Long-running work within token limits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64408" y="2743200"/>
            <a:ext cx="2551176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0" name="step-badge"/>
          <p:cNvSpPr/>
          <p:nvPr/>
        </p:nvSpPr>
        <p:spPr>
          <a:xfrm>
            <a:off x="3447288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4728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approval gates on sensitive operations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71616" y="2743200"/>
            <a:ext cx="2551176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4" name="step-badge"/>
          <p:cNvSpPr/>
          <p:nvPr/>
        </p:nvSpPr>
        <p:spPr>
          <a:xfrm>
            <a:off x="6254496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54496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54496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External systems via tools or MCP servers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Four groups of built-in capabilities</a:t>
            </a:r>
            <a:endParaRPr lang="en-US" sz="2600" dirty="0"/>
          </a:p>
        </p:txBody>
      </p:sp>
      <p:sp>
        <p:nvSpPr>
          <p:cNvPr id="3" name="pillar-0"/>
          <p:cNvSpPr/>
          <p:nvPr/>
        </p:nvSpPr>
        <p:spPr>
          <a:xfrm>
            <a:off x="457200" y="1234440"/>
            <a:ext cx="1828800" cy="24688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tep-badge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Execution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41448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Tools &amp; MCP, virtual filesystem, permissions, sandboxes, streaming</a:t>
            </a:r>
            <a:endParaRPr lang="en-US" sz="1400" dirty="0"/>
          </a:p>
        </p:txBody>
      </p:sp>
      <p:sp>
        <p:nvSpPr>
          <p:cNvPr id="8" name="pillar-1"/>
          <p:cNvSpPr/>
          <p:nvPr/>
        </p:nvSpPr>
        <p:spPr>
          <a:xfrm>
            <a:off x="2587752" y="1234440"/>
            <a:ext cx="1828800" cy="24688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tep-badge"/>
          <p:cNvSpPr/>
          <p:nvPr/>
        </p:nvSpPr>
        <p:spPr>
          <a:xfrm>
            <a:off x="2816352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163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2441448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Skills, AGENTS.md memory, summarization, prompt caching</a:t>
            </a:r>
            <a:endParaRPr lang="en-US" sz="1400" dirty="0"/>
          </a:p>
        </p:txBody>
      </p:sp>
      <p:sp>
        <p:nvSpPr>
          <p:cNvPr id="13" name="pillar-2"/>
          <p:cNvSpPr/>
          <p:nvPr/>
        </p:nvSpPr>
        <p:spPr>
          <a:xfrm>
            <a:off x="4718304" y="1234440"/>
            <a:ext cx="1828800" cy="24688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tep-badge"/>
          <p:cNvSpPr/>
          <p:nvPr/>
        </p:nvSpPr>
        <p:spPr>
          <a:xfrm>
            <a:off x="4946904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4690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46904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Delegation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46904" y="2441448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write_todos planning and the task tool for subagents</a:t>
            </a:r>
            <a:endParaRPr lang="en-US" sz="1400" dirty="0"/>
          </a:p>
        </p:txBody>
      </p:sp>
      <p:sp>
        <p:nvSpPr>
          <p:cNvPr id="18" name="pillar-3"/>
          <p:cNvSpPr/>
          <p:nvPr/>
        </p:nvSpPr>
        <p:spPr>
          <a:xfrm>
            <a:off x="6848856" y="1234440"/>
            <a:ext cx="1828800" cy="24688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tep-badge"/>
          <p:cNvSpPr/>
          <p:nvPr/>
        </p:nvSpPr>
        <p:spPr>
          <a:xfrm>
            <a:off x="7077456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7745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Steering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2441448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Human-in-the-loop interrupts before sensitive tool calls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Same core tool-calling loop as other frameworks, with the pieces that make agents reliable for real tasks.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Execution: a virtual filesystem with permissions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43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list files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06040" y="1243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517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read, multimodal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 / overwrite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938528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0604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edit_file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string replace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remove files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2688336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60604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 by pattern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 contents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3438144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60604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shell (sandbox)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Pluggable backends: in-memory, local disk, LangGraph store, or custom</a:t>
            </a:r>
            <a:endParaRPr lang="en-US" sz="1400" dirty="0"/>
          </a:p>
        </p:txBody>
      </p:sp>
      <p:sp>
        <p:nvSpPr>
          <p:cNvPr id="28" name="code-panel"/>
          <p:cNvSpPr/>
          <p:nvPr/>
        </p:nvSpPr>
        <p:spPr>
          <a:xfrm>
            <a:off x="4663440" y="178308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</p:sp>
      <p:sp>
        <p:nvSpPr>
          <p:cNvPr id="29" name="code"/>
          <p:cNvSpPr txBox="1"/>
          <p:nvPr/>
        </p:nvSpPr>
        <p:spPr>
          <a:xfrm>
            <a:off x="4846320" y="1892808"/>
            <a:ext cx="36576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create_deep_agent(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model="anthropic:claude-sonnet-4-6",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permissions=[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{"operations": ["read", "write"],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"paths": ["/workspace/**"],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"mode": "allow"},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{"operations": ["read"],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"paths": [".env"],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"mode": "deny"},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Rules are glob patterns; first match wins.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Context: keep the window lean across long tasks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5935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Skills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SKILL.md files loaded by progressive disclosure: frontmatter at startup, full content only when needed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1188720"/>
            <a:ext cx="395935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56048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56048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AGENTS.md passed via memory=; always loaded, and the agent can update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95935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953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Summarization &amp; offloading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Compresses history and moves large outputs to files to fit beyond one window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27448" y="2788920"/>
            <a:ext cx="395935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56048" y="2953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Prompt caching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Automatic on Anthropic and Bedrock for static prompt, memory and skills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Delegation and steering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Subagents via the task tool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Fresh context for every invocation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autonomously to completion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Returns one compressed final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Default general-purpose or custom subagents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Planning (optional)</a:t>
            </a:r>
            <a:endParaRPr lang="en-US" sz="1600" dirty="0"/>
          </a:p>
        </p:txBody>
      </p:sp>
      <p:sp>
        <p:nvSpPr>
          <p:cNvPr id="6" name="code-panel"/>
          <p:cNvSpPr/>
          <p:nvPr/>
        </p:nvSpPr>
        <p:spPr>
          <a:xfrm>
            <a:off x="457200" y="3474720"/>
            <a:ext cx="393192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</p:sp>
      <p:sp>
        <p:nvSpPr>
          <p:cNvPr id="7" name="code"/>
          <p:cNvSpPr txBox="1"/>
          <p:nvPr/>
        </p:nvSpPr>
        <p:spPr>
          <a:xfrm>
            <a:off x="640080" y="3584448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middleware=[TodoListMiddleware()]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69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Adds write_todos: pending → in_progress → completed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Human-in-the-loop</a:t>
            </a:r>
            <a:endParaRPr lang="en-US" sz="1600" dirty="0"/>
          </a:p>
        </p:txBody>
      </p:sp>
      <p:sp>
        <p:nvSpPr>
          <p:cNvPr id="10" name="code-panel"/>
          <p:cNvSpPr/>
          <p:nvPr/>
        </p:nvSpPr>
        <p:spPr>
          <a:xfrm>
            <a:off x="4754880" y="155448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4937760" y="1664208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create_deep_agent(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model="anthropic:claude-sonnet-4-6",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interrupt_on={"edit_file": True},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Pauses before every edit so you can approve, add guidance or change the tool inputs.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create_agent vs create_deep_agent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create_agent (LangChain)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create_deep_agent (deepagents)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langchain.agents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tool-calling loop on 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loop, plus a pre-assembled harness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included; add middleware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write_todos via TodoListMiddleware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ls, read/write/edit, glob, grep, execute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task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&amp; 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 memory, auto-summarization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(Anthropic, Bedrock)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 control, simpler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coding and research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Same call shape, different defaults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LangChain create_agent</a:t>
            </a:r>
            <a:endParaRPr lang="en-US" sz="1600" dirty="0"/>
          </a:p>
        </p:txBody>
      </p:sp>
      <p:sp>
        <p:nvSpPr>
          <p:cNvPr id="4" name="code-panel"/>
          <p:cNvSpPr/>
          <p:nvPr/>
        </p:nvSpPr>
        <p:spPr>
          <a:xfrm>
            <a:off x="457200" y="1508760"/>
            <a:ext cx="39319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640080" y="1618488"/>
            <a:ext cx="35661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model="anthropic:claude-sonnet-5",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tools=[search],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system_prompt="Be concise.",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middleware=[...],      # opt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checkpointer=...,      # opt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response_format=...,   # structured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choose and wire every capability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deepagents create_deep_agent</a:t>
            </a:r>
            <a:endParaRPr 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4754880" y="1508760"/>
            <a:ext cx="39319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4937760" y="1618488"/>
            <a:ext cx="35661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deepagents import create_deep_agent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create_deep_agent(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model="anthropic:claude-sonnet-5",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tools=[search],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system_prompt="Be concise.",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files, subagents, memory,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summarization: already 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Harness comes pre-assembled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Which one should you use?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59352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07008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Choose create_agent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need fine-grained control over every step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Short, well-scoped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 state, context or structured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You'll add only the middleware you need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27448" y="1188720"/>
            <a:ext cx="3959352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4956048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77256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Choose create_deep_agent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196596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Long-running, multi-step coding or research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 that overflows one context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Tasks that benefit from parallel subagents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want planning, files and memory out of the box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Prerequisites: an API key and a tool-calling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You need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 API key from a supported provider (Google, OpenAI, Anthropic, and others)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model that supports tool calling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Tavily key only if your provider has no built-in search</a:t>
            </a:r>
            <a:endParaRPr lang="en-US" sz="1500" dirty="0"/>
          </a:p>
        </p:txBody>
      </p:sp>
      <p:sp>
        <p:nvSpPr>
          <p:cNvPr id="4" name="code-panel"/>
          <p:cNvSpPr/>
          <p:nvPr/>
        </p:nvSpPr>
        <p:spPr>
          <a:xfrm>
            <a:off x="4572000" y="1188720"/>
            <a:ext cx="411480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4754880" y="1298448"/>
            <a:ext cx="37490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 – set one key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GOOGLE_API_KEY="..."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OPENAI_API_KEY="..."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ANTHROPIC_API_KEY="..."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OpenRouter / Fireworks / Baseten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Ollama: provider key + TAVILY_API_KEY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1: Install the deepagents package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pip</a:t>
            </a:r>
            <a:endParaRPr lang="en-US" sz="1800" dirty="0"/>
          </a:p>
        </p:txBody>
      </p:sp>
      <p:sp>
        <p:nvSpPr>
          <p:cNvPr id="4" name="code-panel"/>
          <p:cNvSpPr/>
          <p:nvPr/>
        </p:nvSpPr>
        <p:spPr>
          <a:xfrm>
            <a:off x="457200" y="1645920"/>
            <a:ext cx="3959352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640080" y="1755648"/>
            <a:ext cx="35935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deepagents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for non-built-in 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tavily-python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27448" y="118872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uv</a:t>
            </a:r>
            <a:endParaRPr lang="en-US" sz="1800" dirty="0"/>
          </a:p>
        </p:txBody>
      </p:sp>
      <p:sp>
        <p:nvSpPr>
          <p:cNvPr id="7" name="code-panel"/>
          <p:cNvSpPr/>
          <p:nvPr/>
        </p:nvSpPr>
        <p:spPr>
          <a:xfrm>
            <a:off x="4727448" y="1645920"/>
            <a:ext cx="3959352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8" name="code"/>
          <p:cNvSpPr txBox="1"/>
          <p:nvPr/>
        </p:nvSpPr>
        <p:spPr>
          <a:xfrm>
            <a:off x="4910328" y="1755648"/>
            <a:ext cx="35935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deepagents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Either package manager works; Tavily is needed only when you bring your own search tool.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3: Give the agent a search tool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Recommended: provider built-in search</a:t>
            </a:r>
            <a:endParaRPr lang="en-US" sz="1600" dirty="0"/>
          </a:p>
        </p:txBody>
      </p:sp>
      <p:sp>
        <p:nvSpPr>
          <p:cNvPr id="4" name="code-panel"/>
          <p:cNvSpPr/>
          <p:nvPr/>
        </p:nvSpPr>
        <p:spPr>
          <a:xfrm>
            <a:off x="45720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640080" y="1618488"/>
            <a:ext cx="35661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internet_search = {"google_search": {}}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internet_search = {"type": "web_search"}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Anthropic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internet_search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"web_search_20260209",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"web_search"}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Alternative: Tavily function tool</a:t>
            </a:r>
            <a:endParaRPr lang="en-US" sz="1600" dirty="0"/>
          </a:p>
        </p:txBody>
      </p:sp>
      <p:sp>
        <p:nvSpPr>
          <p:cNvPr id="7" name="code-panel"/>
          <p:cNvSpPr/>
          <p:nvPr/>
        </p:nvSpPr>
        <p:spPr>
          <a:xfrm>
            <a:off x="475488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chemeClr val="tx1"/>
          </a:solidFill>
          <a:ln/>
        </p:spPr>
      </p:sp>
      <p:sp>
        <p:nvSpPr>
          <p:cNvPr id="8" name="code"/>
          <p:cNvSpPr txBox="1"/>
          <p:nvPr/>
        </p:nvSpPr>
        <p:spPr>
          <a:xfrm>
            <a:off x="4937760" y="1618488"/>
            <a:ext cx="35661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tavily import TavilyClient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internet_search(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max_results: int = 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topic: Literal["general",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"news", "finance"] = "general",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include_raw_content: bool = False):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"""Run a web search"""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tavily_client.search(query,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max_results=max_results,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include_raw_content=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include_raw_content,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topic=topic)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4: Create the agent with one function call</a:t>
            </a:r>
            <a:endParaRPr lang="en-US" sz="2600" dirty="0"/>
          </a:p>
        </p:txBody>
      </p:sp>
      <p:sp>
        <p:nvSpPr>
          <p:cNvPr id="3" name="code-panel"/>
          <p:cNvSpPr/>
          <p:nvPr/>
        </p:nvSpPr>
        <p:spPr>
          <a:xfrm>
            <a:off x="457200" y="1143000"/>
            <a:ext cx="493776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4" name="code"/>
          <p:cNvSpPr txBox="1"/>
          <p:nvPr/>
        </p:nvSpPr>
        <p:spPr>
          <a:xfrm>
            <a:off x="640080" y="1252728"/>
            <a:ext cx="457200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deepagents import create_deep_agent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research_instructions = """You are an expert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researcher. Your job is to conduct thorough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and then write a polished report.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..."""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create_deep_agent(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model="google_genai:gemini-3.6-flash",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tools=[internet_search],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system_prompt=research_instructions,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"provider:model" string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228600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23957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search tool (and any others)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338328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 and how to use each tool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Swap models by changing one string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5935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Google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56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google_genai:gemini-3.6-flash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1234440"/>
            <a:ext cx="395935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01768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OpenAI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01768" y="1856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openai:gpt-5.5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95935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Anthropic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19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anthropic:claude-sonnet-5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27448" y="2697480"/>
            <a:ext cx="395935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01768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Others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01768" y="3319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OpenRouter · Fireworks · Baseten · Ollama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model with tool-calling support works; non-built-in providers pair with Tavily search.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Steps 5–6: Trace with LangSmith, then invoke</a:t>
            </a:r>
            <a:endParaRPr lang="en-US" sz="2600" dirty="0"/>
          </a:p>
        </p:txBody>
      </p:sp>
      <p:sp>
        <p:nvSpPr>
          <p:cNvPr id="3" name="step-badge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Optional tracing</a:t>
            </a:r>
            <a:endParaRPr lang="en-US" sz="1800" dirty="0"/>
          </a:p>
        </p:txBody>
      </p:sp>
      <p:sp>
        <p:nvSpPr>
          <p:cNvPr id="6" name="code-panel"/>
          <p:cNvSpPr/>
          <p:nvPr/>
        </p:nvSpPr>
        <p:spPr>
          <a:xfrm>
            <a:off x="457200" y="182880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7" name="code"/>
          <p:cNvSpPr txBox="1"/>
          <p:nvPr/>
        </p:nvSpPr>
        <p:spPr>
          <a:xfrm>
            <a:off x="640080" y="193852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LANGSMITH_TRACING=true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LANGSMITH_API_KEY="..."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26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 every tool call, subagent and file write in the LangSmith trace.</a:t>
            </a:r>
            <a:endParaRPr lang="en-US" sz="1400" dirty="0"/>
          </a:p>
        </p:txBody>
      </p:sp>
      <p:sp>
        <p:nvSpPr>
          <p:cNvPr id="9" name="step-badge"/>
          <p:cNvSpPr/>
          <p:nvPr/>
        </p:nvSpPr>
        <p:spPr>
          <a:xfrm>
            <a:off x="475488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Run the agent</a:t>
            </a:r>
            <a:endParaRPr lang="en-US" sz="1800" dirty="0"/>
          </a:p>
        </p:txBody>
      </p:sp>
      <p:sp>
        <p:nvSpPr>
          <p:cNvPr id="12" name="code-panel"/>
          <p:cNvSpPr/>
          <p:nvPr/>
        </p:nvSpPr>
        <p:spPr>
          <a:xfrm>
            <a:off x="4754880" y="182880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/>
        </p:spPr>
      </p:sp>
      <p:sp>
        <p:nvSpPr>
          <p:cNvPr id="13" name="code"/>
          <p:cNvSpPr txBox="1"/>
          <p:nvPr/>
        </p:nvSpPr>
        <p:spPr>
          <a:xfrm>
            <a:off x="4937760" y="1938528"/>
            <a:ext cx="3566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agent.invoke({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"What is langgraph?"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print(result["messages"][-1].content)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happens when you call invoke()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Question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asks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"What is langgraph?"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65960" y="2331720"/>
            <a:ext cx="13716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internet_search gathers 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13716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7764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Offload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 results go to files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49240" y="2331720"/>
            <a:ext cx="13716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553212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Delegate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Subagents take complex subtasks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0" y="2331720"/>
            <a:ext cx="13716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6092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Report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Findings synthesized into answer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agent decides when to plan, write files or spawn subagents — no orchestration code required.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Where to go next</a:t>
            </a:r>
            <a:endParaRPr lang="en-US" sz="3600" dirty="0"/>
          </a:p>
        </p:txBody>
      </p:sp>
      <p:sp>
        <p:nvSpPr>
          <p:cNvPr id="3" name="step-badge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Customize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37160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System prompts, tools and subagents</a:t>
            </a:r>
            <a:endParaRPr lang="en-US" sz="1600" dirty="0"/>
          </a:p>
        </p:txBody>
      </p:sp>
      <p:sp>
        <p:nvSpPr>
          <p:cNvPr id="7" name="step-badge"/>
          <p:cNvSpPr/>
          <p:nvPr/>
        </p:nvSpPr>
        <p:spPr>
          <a:xfrm>
            <a:off x="548640" y="202996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299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Memory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2996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Persist memory across conversations</a:t>
            </a:r>
            <a:endParaRPr lang="en-US" sz="1600" dirty="0"/>
          </a:p>
        </p:txBody>
      </p:sp>
      <p:sp>
        <p:nvSpPr>
          <p:cNvPr id="11" name="step-badge"/>
          <p:cNvSpPr/>
          <p:nvPr/>
        </p:nvSpPr>
        <p:spPr>
          <a:xfrm>
            <a:off x="548640" y="268833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883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Deploy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68833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Managed Deep Agents on LangSmith</a:t>
            </a:r>
            <a:endParaRPr lang="en-US" sz="1600" dirty="0"/>
          </a:p>
        </p:txBody>
      </p:sp>
      <p:sp>
        <p:nvSpPr>
          <p:cNvPr id="15" name="step-badge"/>
          <p:cNvSpPr/>
          <p:nvPr/>
        </p:nvSpPr>
        <p:spPr>
          <a:xfrm>
            <a:off x="548640" y="33467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467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Evaluate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34670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Test with LangSmith evaluation</a:t>
            </a:r>
            <a:endParaRPr lang="en-US" sz="1600" dirty="0"/>
          </a:p>
        </p:txBody>
      </p:sp>
      <p:sp>
        <p:nvSpPr>
          <p:cNvPr id="19" name="step-badge"/>
          <p:cNvSpPr/>
          <p:nvPr/>
        </p:nvSpPr>
        <p:spPr>
          <a:xfrm>
            <a:off x="548640" y="400507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0050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Examples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00507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github.com/langchain-ai/deepagents</a:t>
            </a:r>
            <a:endParaRPr lang="en-US" sz="16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ep Agents">
  <a:themeElements>
    <a:clrScheme name="Deep Agents">
      <a:dk1>
        <a:srgbClr val="16232A"/>
      </a:dk1>
      <a:lt1>
        <a:srgbClr val="FFFFFF"/>
      </a:lt1>
      <a:dk2>
        <a:srgbClr val="0E3B3A"/>
      </a:dk2>
      <a:lt2>
        <a:srgbClr val="EEF4F2"/>
      </a:lt2>
      <a:accent1>
        <a:srgbClr val="13A07F"/>
      </a:accent1>
      <a:accent2>
        <a:srgbClr val="F2A93B"/>
      </a:accent2>
      <a:accent3>
        <a:srgbClr val="5B6CFF"/>
      </a:accent3>
      <a:accent4>
        <a:srgbClr val="E2574C"/>
      </a:accent4>
      <a:accent5>
        <a:srgbClr val="7FC8B4"/>
      </a:accent5>
      <a:accent6>
        <a:srgbClr val="8A9BA3"/>
      </a:accent6>
      <a:hlink>
        <a:srgbClr val="13A07F"/>
      </a:hlink>
      <a:folHlink>
        <a:srgbClr val="5B6CFF"/>
      </a:folHlink>
    </a:clrScheme>
    <a:fontScheme name="Deep Agen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Agents</dc:title>
  <dc:subject>PptxGenJS Presentation</dc:subject>
  <dc:creator>PptxGenJS</dc:creator>
  <cp:lastModifiedBy>PptxGenJS</cp:lastModifiedBy>
  <cp:revision>1</cp:revision>
  <dcterms:created xsi:type="dcterms:W3CDTF">2026-10-07T02:55:12Z</dcterms:created>
  <dcterms:modified xsi:type="dcterms:W3CDTF">2026-10-07T02:55:12Z</dcterms:modified>
</cp:coreProperties>
</file>